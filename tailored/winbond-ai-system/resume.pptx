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ai-system_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ai-system_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ai-system_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ai-system_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ai-system_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inbond-ai-system_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